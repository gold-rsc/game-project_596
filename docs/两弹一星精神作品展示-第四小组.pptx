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8" r:id="rId5"/>
    <p:sldId id="259" r:id="rId6"/>
    <p:sldId id="260" r:id="rId7"/>
    <p:sldId id="269" r:id="rId8"/>
    <p:sldId id="261" r:id="rId9"/>
    <p:sldId id="262" r:id="rId10"/>
    <p:sldId id="271" r:id="rId11"/>
    <p:sldId id="274" r:id="rId12"/>
    <p:sldId id="263" r:id="rId13"/>
    <p:sldId id="264" r:id="rId14"/>
    <p:sldId id="272" r:id="rId15"/>
    <p:sldId id="267" r:id="rId16"/>
    <p:sldId id="266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118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4"/>
        <p:guide pos="382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3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8786" t="13842" r="39824" b="63321"/>
          <a:stretch>
            <a:fillRect/>
          </a:stretch>
        </p:blipFill>
        <p:spPr>
          <a:xfrm>
            <a:off x="3501390" y="827405"/>
            <a:ext cx="4925695" cy="31394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14670" y="4758055"/>
            <a:ext cx="5591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</a:rPr>
              <a:t>——“</a:t>
            </a:r>
            <a:r>
              <a:rPr lang="zh-CN" altLang="en-US" sz="280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sym typeface="+mn-ea"/>
              </a:rPr>
              <a:t>两弹一星</a:t>
            </a:r>
            <a:r>
              <a:rPr lang="en-US" altLang="zh-CN" sz="280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</a:rPr>
              <a:t>”</a:t>
            </a:r>
            <a:r>
              <a:rPr lang="zh-CN" altLang="en-US" sz="280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</a:rPr>
              <a:t>精神作品展示</a:t>
            </a:r>
            <a:endParaRPr lang="zh-CN" altLang="en-US" sz="2800">
              <a:solidFill>
                <a:schemeClr val="bg1"/>
              </a:solidFill>
              <a:latin typeface="华文宋体" panose="02010600040101010101" charset="-122"/>
              <a:ea typeface="华文宋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81190" y="5476240"/>
            <a:ext cx="3848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第四小组</a:t>
            </a:r>
            <a:r>
              <a:rPr lang="en-US" altLang="zh-CN" sz="2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2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组长：黄韦童</a:t>
            </a:r>
            <a:endParaRPr lang="zh-CN" altLang="en-US" sz="24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5316" t="8046" r="5207" b="2928"/>
          <a:stretch>
            <a:fillRect/>
          </a:stretch>
        </p:blipFill>
        <p:spPr>
          <a:xfrm>
            <a:off x="207645" y="539115"/>
            <a:ext cx="6953885" cy="4130040"/>
          </a:xfrm>
          <a:prstGeom prst="rect">
            <a:avLst/>
          </a:prstGeom>
          <a:ln>
            <a:solidFill>
              <a:srgbClr val="FAFAFA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7464425" y="832485"/>
            <a:ext cx="4255135" cy="1890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596</a:t>
            </a:r>
            <a:r>
              <a:rPr lang="en-US" altLang="zh-CN" sz="40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	</a:t>
            </a:r>
            <a:r>
              <a:rPr lang="zh-CN" altLang="en-US" sz="2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1959年6月苏联单方面终止《中苏国防新技术协定》后，毛泽东主席决定自主实施的原子弹研制项目命名</a:t>
            </a:r>
            <a:endParaRPr lang="zh-CN" altLang="en-US" sz="24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4406900" y="1138555"/>
            <a:ext cx="3040380" cy="50990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5589905" y="2950210"/>
            <a:ext cx="2050415" cy="184150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772920" y="2082165"/>
            <a:ext cx="3865245" cy="889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446645" y="4731385"/>
            <a:ext cx="4510405" cy="1225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两弹一星</a:t>
            </a:r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精神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自力更生、大力协同、无私奉献</a:t>
            </a:r>
            <a:endParaRPr lang="zh-CN" altLang="en-US" sz="24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41345" y="2632710"/>
            <a:ext cx="5909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设计一·自力更生</a:t>
            </a:r>
            <a:endParaRPr lang="en-US" altLang="zh-CN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05" y="269240"/>
            <a:ext cx="9175115" cy="647255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05" y="269240"/>
            <a:ext cx="9175115" cy="647255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矩形 2"/>
          <p:cNvSpPr/>
          <p:nvPr/>
        </p:nvSpPr>
        <p:spPr>
          <a:xfrm>
            <a:off x="3787775" y="429895"/>
            <a:ext cx="2128520" cy="5924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20" y="244475"/>
            <a:ext cx="8061960" cy="636905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2395220" y="3157220"/>
            <a:ext cx="7662545" cy="2032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05" y="269240"/>
            <a:ext cx="9175115" cy="647255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矩形 2"/>
          <p:cNvSpPr/>
          <p:nvPr/>
        </p:nvSpPr>
        <p:spPr>
          <a:xfrm>
            <a:off x="1734185" y="5649595"/>
            <a:ext cx="2087880" cy="8401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980430" y="5652770"/>
            <a:ext cx="2087880" cy="8401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77545" y="228600"/>
            <a:ext cx="8280400" cy="6479540"/>
            <a:chOff x="3080" y="298"/>
            <a:chExt cx="13040" cy="1020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80" y="298"/>
              <a:ext cx="13040" cy="102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5" name="矩形 4"/>
            <p:cNvSpPr/>
            <p:nvPr/>
          </p:nvSpPr>
          <p:spPr>
            <a:xfrm>
              <a:off x="3385" y="9569"/>
              <a:ext cx="12497" cy="71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5990" y="360"/>
              <a:ext cx="3688" cy="128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20782" t="608" r="47853" b="85574"/>
          <a:stretch>
            <a:fillRect/>
          </a:stretch>
        </p:blipFill>
        <p:spPr>
          <a:xfrm>
            <a:off x="5600065" y="1172210"/>
            <a:ext cx="6545580" cy="225679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090" h="1410">
                <a:moveTo>
                  <a:pt x="2045" y="0"/>
                </a:moveTo>
                <a:cubicBezTo>
                  <a:pt x="3174" y="0"/>
                  <a:pt x="4090" y="316"/>
                  <a:pt x="4090" y="705"/>
                </a:cubicBezTo>
                <a:cubicBezTo>
                  <a:pt x="4090" y="1094"/>
                  <a:pt x="3174" y="1410"/>
                  <a:pt x="2045" y="1410"/>
                </a:cubicBezTo>
                <a:cubicBezTo>
                  <a:pt x="916" y="1410"/>
                  <a:pt x="0" y="1094"/>
                  <a:pt x="0" y="705"/>
                </a:cubicBezTo>
                <a:cubicBezTo>
                  <a:pt x="0" y="316"/>
                  <a:pt x="916" y="0"/>
                  <a:pt x="2045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</p:pic>
      <p:cxnSp>
        <p:nvCxnSpPr>
          <p:cNvPr id="11" name="直接连接符 10"/>
          <p:cNvCxnSpPr/>
          <p:nvPr/>
        </p:nvCxnSpPr>
        <p:spPr>
          <a:xfrm>
            <a:off x="2577465" y="803910"/>
            <a:ext cx="3420745" cy="20574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385310" y="321310"/>
            <a:ext cx="5346700" cy="8801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41345" y="2632710"/>
            <a:ext cx="5909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</a:t>
            </a: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大力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协同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05" y="269240"/>
            <a:ext cx="9175115" cy="647255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矩形 2"/>
          <p:cNvSpPr/>
          <p:nvPr/>
        </p:nvSpPr>
        <p:spPr>
          <a:xfrm>
            <a:off x="1548130" y="1102995"/>
            <a:ext cx="8852535" cy="13735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03530" y="324485"/>
            <a:ext cx="7961630" cy="6446520"/>
            <a:chOff x="3331" y="324"/>
            <a:chExt cx="12538" cy="1015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1" y="324"/>
              <a:ext cx="12538" cy="1015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4" name="矩形 3"/>
            <p:cNvSpPr/>
            <p:nvPr/>
          </p:nvSpPr>
          <p:spPr>
            <a:xfrm>
              <a:off x="3560" y="1533"/>
              <a:ext cx="3773" cy="45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176" t="11361" r="67766" b="83414"/>
          <a:stretch>
            <a:fillRect/>
          </a:stretch>
        </p:blipFill>
        <p:spPr>
          <a:xfrm>
            <a:off x="5288915" y="483870"/>
            <a:ext cx="6360795" cy="895985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3" name="直接连接符 12"/>
          <p:cNvCxnSpPr/>
          <p:nvPr/>
        </p:nvCxnSpPr>
        <p:spPr>
          <a:xfrm flipV="1">
            <a:off x="2810510" y="507365"/>
            <a:ext cx="2454910" cy="592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810510" y="1370965"/>
            <a:ext cx="2505710" cy="336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769110" y="1861820"/>
            <a:ext cx="635000" cy="64325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745865" y="1861820"/>
            <a:ext cx="635000" cy="64325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642610" y="1861820"/>
            <a:ext cx="635000" cy="64325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l="18687" t="23765" r="73217" b="66107"/>
          <a:stretch>
            <a:fillRect/>
          </a:stretch>
        </p:blipFill>
        <p:spPr>
          <a:xfrm>
            <a:off x="1396365" y="3360420"/>
            <a:ext cx="1913255" cy="19380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0" h="1013">
                <a:moveTo>
                  <a:pt x="500" y="0"/>
                </a:moveTo>
                <a:cubicBezTo>
                  <a:pt x="776" y="0"/>
                  <a:pt x="1000" y="227"/>
                  <a:pt x="1000" y="507"/>
                </a:cubicBezTo>
                <a:cubicBezTo>
                  <a:pt x="1000" y="786"/>
                  <a:pt x="776" y="1013"/>
                  <a:pt x="500" y="1013"/>
                </a:cubicBezTo>
                <a:cubicBezTo>
                  <a:pt x="224" y="1013"/>
                  <a:pt x="0" y="786"/>
                  <a:pt x="0" y="507"/>
                </a:cubicBezTo>
                <a:cubicBezTo>
                  <a:pt x="0" y="227"/>
                  <a:pt x="224" y="0"/>
                  <a:pt x="500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 l="43891" t="23765" r="48012" b="66107"/>
          <a:stretch>
            <a:fillRect/>
          </a:stretch>
        </p:blipFill>
        <p:spPr>
          <a:xfrm>
            <a:off x="4227830" y="3360420"/>
            <a:ext cx="1845310" cy="1869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0" h="1013">
                <a:moveTo>
                  <a:pt x="500" y="0"/>
                </a:moveTo>
                <a:cubicBezTo>
                  <a:pt x="776" y="0"/>
                  <a:pt x="1000" y="227"/>
                  <a:pt x="1000" y="507"/>
                </a:cubicBezTo>
                <a:cubicBezTo>
                  <a:pt x="1000" y="786"/>
                  <a:pt x="776" y="1013"/>
                  <a:pt x="500" y="1013"/>
                </a:cubicBezTo>
                <a:cubicBezTo>
                  <a:pt x="224" y="1013"/>
                  <a:pt x="0" y="786"/>
                  <a:pt x="0" y="507"/>
                </a:cubicBezTo>
                <a:cubicBezTo>
                  <a:pt x="0" y="227"/>
                  <a:pt x="224" y="0"/>
                  <a:pt x="500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l="68075" t="23765" r="23828" b="66107"/>
          <a:stretch>
            <a:fillRect/>
          </a:stretch>
        </p:blipFill>
        <p:spPr>
          <a:xfrm>
            <a:off x="6928485" y="3360420"/>
            <a:ext cx="1895475" cy="1920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0" h="1013">
                <a:moveTo>
                  <a:pt x="500" y="0"/>
                </a:moveTo>
                <a:cubicBezTo>
                  <a:pt x="776" y="0"/>
                  <a:pt x="1000" y="227"/>
                  <a:pt x="1000" y="507"/>
                </a:cubicBezTo>
                <a:cubicBezTo>
                  <a:pt x="1000" y="786"/>
                  <a:pt x="776" y="1013"/>
                  <a:pt x="500" y="1013"/>
                </a:cubicBezTo>
                <a:cubicBezTo>
                  <a:pt x="224" y="1013"/>
                  <a:pt x="0" y="786"/>
                  <a:pt x="0" y="507"/>
                </a:cubicBezTo>
                <a:cubicBezTo>
                  <a:pt x="0" y="227"/>
                  <a:pt x="224" y="0"/>
                  <a:pt x="500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</p:pic>
      <p:cxnSp>
        <p:nvCxnSpPr>
          <p:cNvPr id="34" name="直接连接符 33"/>
          <p:cNvCxnSpPr>
            <a:stCxn id="15" idx="2"/>
            <a:endCxn id="31" idx="1"/>
          </p:cNvCxnSpPr>
          <p:nvPr/>
        </p:nvCxnSpPr>
        <p:spPr>
          <a:xfrm flipH="1">
            <a:off x="1396365" y="2183765"/>
            <a:ext cx="372745" cy="21456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15" idx="6"/>
          </p:cNvCxnSpPr>
          <p:nvPr/>
        </p:nvCxnSpPr>
        <p:spPr>
          <a:xfrm>
            <a:off x="2404110" y="2183765"/>
            <a:ext cx="812800" cy="1701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16" idx="7"/>
          </p:cNvCxnSpPr>
          <p:nvPr/>
        </p:nvCxnSpPr>
        <p:spPr>
          <a:xfrm>
            <a:off x="4288155" y="1955800"/>
            <a:ext cx="1459865" cy="16332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16" idx="2"/>
          </p:cNvCxnSpPr>
          <p:nvPr/>
        </p:nvCxnSpPr>
        <p:spPr>
          <a:xfrm>
            <a:off x="3745865" y="2183765"/>
            <a:ext cx="478155" cy="23114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7" idx="7"/>
          </p:cNvCxnSpPr>
          <p:nvPr/>
        </p:nvCxnSpPr>
        <p:spPr>
          <a:xfrm>
            <a:off x="6184900" y="1955800"/>
            <a:ext cx="2382520" cy="16757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655310" y="2268220"/>
            <a:ext cx="1456055" cy="26841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65985" y="205740"/>
            <a:ext cx="7961630" cy="6446520"/>
            <a:chOff x="478" y="511"/>
            <a:chExt cx="12538" cy="1015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8" y="511"/>
              <a:ext cx="12538" cy="1015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4" name="矩形 3"/>
            <p:cNvSpPr/>
            <p:nvPr/>
          </p:nvSpPr>
          <p:spPr>
            <a:xfrm>
              <a:off x="3774" y="8653"/>
              <a:ext cx="2999" cy="14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41345" y="2632710"/>
            <a:ext cx="5909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</a:t>
            </a: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无私奉献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185" y="256540"/>
            <a:ext cx="7961630" cy="644715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7994650" y="5395595"/>
            <a:ext cx="1904365" cy="9055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15" y="321310"/>
            <a:ext cx="11510010" cy="615505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940" y="250190"/>
            <a:ext cx="7057390" cy="613219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WPS 演示</Application>
  <PresentationFormat>宽屏</PresentationFormat>
  <Paragraphs>15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华文宋体</vt:lpstr>
      <vt:lpstr>楷体</vt:lpstr>
      <vt:lpstr>黑体</vt:lpstr>
      <vt:lpstr>华文仿宋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金良昊</cp:lastModifiedBy>
  <cp:revision>157</cp:revision>
  <dcterms:created xsi:type="dcterms:W3CDTF">2019-06-19T02:08:00Z</dcterms:created>
  <dcterms:modified xsi:type="dcterms:W3CDTF">2026-06-09T06:09:24Z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D696CF57161840C0999448C0D30FC940_11</vt:lpwstr>
  </property>
</Properties>
</file>